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9"/>
  </p:normalViewPr>
  <p:slideViewPr>
    <p:cSldViewPr snapToGrid="0" snapToObjects="1" showGuides="1">
      <p:cViewPr>
        <p:scale>
          <a:sx n="108" d="100"/>
          <a:sy n="108" d="100"/>
        </p:scale>
        <p:origin x="1664" y="2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C2EE5-6470-904C-AC98-AAF5E041FF3E}" type="datetimeFigureOut">
              <a:rPr lang="de-DE" smtClean="0"/>
              <a:t>11.04.22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BF8D-69B8-E249-BC17-2010A4A68F2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506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C2EE5-6470-904C-AC98-AAF5E041FF3E}" type="datetimeFigureOut">
              <a:rPr lang="de-DE" smtClean="0"/>
              <a:t>11.04.22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BF8D-69B8-E249-BC17-2010A4A68F2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5814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C2EE5-6470-904C-AC98-AAF5E041FF3E}" type="datetimeFigureOut">
              <a:rPr lang="de-DE" smtClean="0"/>
              <a:t>11.04.22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BF8D-69B8-E249-BC17-2010A4A68F2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9113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C2EE5-6470-904C-AC98-AAF5E041FF3E}" type="datetimeFigureOut">
              <a:rPr lang="de-DE" smtClean="0"/>
              <a:t>11.04.22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BF8D-69B8-E249-BC17-2010A4A68F2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7875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C2EE5-6470-904C-AC98-AAF5E041FF3E}" type="datetimeFigureOut">
              <a:rPr lang="de-DE" smtClean="0"/>
              <a:t>11.04.22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BF8D-69B8-E249-BC17-2010A4A68F2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1793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C2EE5-6470-904C-AC98-AAF5E041FF3E}" type="datetimeFigureOut">
              <a:rPr lang="de-DE" smtClean="0"/>
              <a:t>11.04.22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BF8D-69B8-E249-BC17-2010A4A68F2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322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C2EE5-6470-904C-AC98-AAF5E041FF3E}" type="datetimeFigureOut">
              <a:rPr lang="de-DE" smtClean="0"/>
              <a:t>11.04.22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BF8D-69B8-E249-BC17-2010A4A68F2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3153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C2EE5-6470-904C-AC98-AAF5E041FF3E}" type="datetimeFigureOut">
              <a:rPr lang="de-DE" smtClean="0"/>
              <a:t>11.04.22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BF8D-69B8-E249-BC17-2010A4A68F2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7001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C2EE5-6470-904C-AC98-AAF5E041FF3E}" type="datetimeFigureOut">
              <a:rPr lang="de-DE" smtClean="0"/>
              <a:t>11.04.22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BF8D-69B8-E249-BC17-2010A4A68F2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9420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C2EE5-6470-904C-AC98-AAF5E041FF3E}" type="datetimeFigureOut">
              <a:rPr lang="de-DE" smtClean="0"/>
              <a:t>11.04.22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BF8D-69B8-E249-BC17-2010A4A68F2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042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C2EE5-6470-904C-AC98-AAF5E041FF3E}" type="datetimeFigureOut">
              <a:rPr lang="de-DE" smtClean="0"/>
              <a:t>11.04.22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25BF8D-69B8-E249-BC17-2010A4A68F2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4619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FC2EE5-6470-904C-AC98-AAF5E041FF3E}" type="datetimeFigureOut">
              <a:rPr lang="de-DE" smtClean="0"/>
              <a:t>11.04.22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25BF8D-69B8-E249-BC17-2010A4A68F2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3963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6352B-ED4C-7B41-98EB-3AD3ACAB58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A86202-5A56-694F-ADBB-63134CE8C2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A07ED6-0E59-DA40-8992-4D6A9DD46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4EC608-230F-4943-8DEC-7241A24A7A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2333" r="23097" b="52105"/>
          <a:stretch/>
        </p:blipFill>
        <p:spPr>
          <a:xfrm rot="867950">
            <a:off x="4193242" y="2221070"/>
            <a:ext cx="858416" cy="1044891"/>
          </a:xfrm>
          <a:prstGeom prst="ellipse">
            <a:avLst/>
          </a:prstGeom>
        </p:spPr>
      </p:pic>
      <p:pic>
        <p:nvPicPr>
          <p:cNvPr id="9" name="Picture 8" descr="A person holding an object&#10;&#10;Description automatically generated with low confidence">
            <a:extLst>
              <a:ext uri="{FF2B5EF4-FFF2-40B4-BE49-F238E27FC236}">
                <a16:creationId xmlns:a16="http://schemas.microsoft.com/office/drawing/2014/main" id="{14F1AA1F-C256-6D4D-A343-FE78D525EEF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78" t="14378" r="78632" b="58755"/>
          <a:stretch/>
        </p:blipFill>
        <p:spPr>
          <a:xfrm>
            <a:off x="0" y="2663619"/>
            <a:ext cx="1751508" cy="193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01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681</TotalTime>
  <Words>0</Words>
  <Application>Microsoft Macintosh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Ly BLabalobo</dc:creator>
  <cp:lastModifiedBy>Ly BLabalobo</cp:lastModifiedBy>
  <cp:revision>4</cp:revision>
  <dcterms:created xsi:type="dcterms:W3CDTF">2022-04-11T07:08:42Z</dcterms:created>
  <dcterms:modified xsi:type="dcterms:W3CDTF">2022-04-11T19:12:44Z</dcterms:modified>
</cp:coreProperties>
</file>